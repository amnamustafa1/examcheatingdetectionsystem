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Roboto Slab"/>
      <p:regular r:id="rId14"/>
    </p:embeddedFont>
    <p:embeddedFont>
      <p:font typeface="Roboto Slab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44575"/>
            <a:ext cx="507637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 Exam Proctoring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900163"/>
            <a:ext cx="4722763" cy="199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Submitted by: 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Anosh Ashraf (F24BSE019) 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Amna Mustafa Alwani (F24CSC048)   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Department of Software Engineering/Computer Science, Faculty of Information Technology  Salim Habib University.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Supervisor: Ms. Sadia Karim.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5738" y="679400"/>
            <a:ext cx="306392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Executive Summary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90204"/>
            <a:ext cx="3053135" cy="1730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373907"/>
            <a:ext cx="4752677" cy="1942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presents an AI Exam Proctoring System implemented in Java with a JavaFX interface and OpenCV for real-time computer vision. It performs face and eye detection, head-movement tracking, multi-face identification, automatic screenshot capture, logging, and PDF report generation.      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Objectives: monitor students during remote exams, detect suspicious behaviour, preserve evidence automatically, and support institutional review.    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899892" y="3475434"/>
            <a:ext cx="4752677" cy="829196"/>
          </a:xfrm>
          <a:prstGeom prst="roundRect">
            <a:avLst>
              <a:gd name="adj" fmla="val 2565"/>
            </a:avLst>
          </a:prstGeom>
          <a:solidFill>
            <a:srgbClr val="08254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51" y="3690491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0590" y="3652614"/>
            <a:ext cx="415022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Theme accent: use #F5A3A3 for alerts and emphasis in UI and report headers.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758"/>
            <a:ext cx="484130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 &amp; Workflow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103635"/>
            <a:ext cx="7890644" cy="296093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65341" y="1857838"/>
            <a:ext cx="407584" cy="4075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02209" y="3231143"/>
            <a:ext cx="1190147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Evidence Storage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73200" y="1858603"/>
            <a:ext cx="407584" cy="40758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502299" y="323114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Movement Analysis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1442" y="1858603"/>
            <a:ext cx="407584" cy="4075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10540" y="323114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Face &amp; Eye Detection</a:t>
            </a:r>
            <a:endParaRPr lang="en-US" sz="14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89683" y="1858603"/>
            <a:ext cx="407584" cy="40758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518781" y="323114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Frame Capture</a:t>
            </a:r>
            <a:endParaRPr lang="en-US" sz="14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89772" y="1858603"/>
            <a:ext cx="407584" cy="407584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994415" y="3231143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Camera Activation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496119" y="422404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Input → Webcam Activation → Frame Capture → Detection (Haar Cascades) → Behavior Analysis → Alerting &amp; Evidence Storage → PDF Report generation. Modular layers separate capture, processing, logging, and UI to improve maintainability and testing.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88218"/>
            <a:ext cx="5176838" cy="315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Methods &amp; Implementation Details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441871" y="998934"/>
            <a:ext cx="2690813" cy="944017"/>
          </a:xfrm>
          <a:prstGeom prst="roundRect">
            <a:avLst>
              <a:gd name="adj" fmla="val 2006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568077" y="1125141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Programming Stack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8077" y="1434852"/>
            <a:ext cx="243840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Java (JDK 17), JavaFX (UI), OpenCV (CV), iText (PDF), IntelliJ IDEA (IDE)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41871" y="2055391"/>
            <a:ext cx="2690813" cy="1325910"/>
          </a:xfrm>
          <a:prstGeom prst="roundRect">
            <a:avLst>
              <a:gd name="adj" fmla="val 1428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568077" y="2181597"/>
            <a:ext cx="204802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Detection Algorithms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8077" y="2491308"/>
            <a:ext cx="243840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Haar Cascade classifiers for face and eye detection—chosen for speed and lightweight, suitable for real-time desktop use.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1871" y="3493740"/>
            <a:ext cx="2690813" cy="1134963"/>
          </a:xfrm>
          <a:prstGeom prst="roundRect">
            <a:avLst>
              <a:gd name="adj" fmla="val 1669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568077" y="3619946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Evidence &amp; Reports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8077" y="3929658"/>
            <a:ext cx="2438400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screenshots with timestamps, structured logs, and consolidated PDF reports for examiner review.</a:t>
            </a:r>
            <a:endParaRPr lang="en-US" sz="95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45520" y="1323082"/>
            <a:ext cx="5261297" cy="2981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4731"/>
            <a:ext cx="4892576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Evaluation, Results &amp; Limitations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519238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Testing summary: Camera detection, face detection, eye detection, screenshot saving, logging, and PDF generation passed functional tests. The system reliably flagged:      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327225"/>
            <a:ext cx="432777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face detected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Eyes not visible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Repeated looking-around (excessive horizontal movement)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Multiple faces in frame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510707"/>
            <a:ext cx="432777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Limitations observed: variable lighting degrades accuracy; Haar Cascades can produce false positives/negatives under occlusion; desktop-only—no cloud dashboard or LMS integration yet.       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531" y="1869728"/>
            <a:ext cx="3478039" cy="1970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9350"/>
            <a:ext cx="6450509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Conclusions, Future Work &amp; Project Artefacts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6119" y="1387227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Conclusion: The AI Exam Proctoring System demonstrates a practical, modular approach to improving remote exam integrity using real-time CV on desktop platforms. It provides immediate alerts and durable evidence for academic review.   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86608"/>
            <a:ext cx="571798" cy="7147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5096" y="238660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Cloud Integration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245096" y="2693119"/>
            <a:ext cx="185015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logs and screenshots centrally for longitudinal analysis and scalability.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386608"/>
            <a:ext cx="571798" cy="7147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21410" y="2386608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ML Behaviour Prediction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021410" y="2914576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Train models to reduce false alerts and enable predictive detection of suspicious patterns.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386608"/>
            <a:ext cx="571798" cy="7147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97725" y="238660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Extensions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797725" y="2693119"/>
            <a:ext cx="185015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Mobile support, multi-camera monitoring, voice/activity analytics, LMS integration, and authentication mechanisms.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96119" y="4039791"/>
            <a:ext cx="337527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                                         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134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3000"/>
              </a:spcAft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897931" y="1608832"/>
            <a:ext cx="511953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496119" y="2432819"/>
            <a:ext cx="8151763" cy="2055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your attention and valuable insights.</a:t>
            </a:r>
            <a:endParaRPr lang="en-US" sz="1350" dirty="0"/>
          </a:p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Anosh Ashraf &amp; Amna Mustafa Alwani</a:t>
            </a:r>
            <a:endParaRPr lang="en-US" sz="1350" dirty="0"/>
          </a:p>
          <a:p>
            <a:pPr algn="ctr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3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Salim Habib University</a:t>
            </a:r>
            <a:endParaRPr lang="en-US" sz="1350" dirty="0"/>
          </a:p>
          <a:p>
            <a:pPr algn="ctr" indent="0" marL="0">
              <a:lnSpc>
                <a:spcPct val="133000"/>
              </a:lnSpc>
              <a:spcAft>
                <a:spcPts val="3450"/>
              </a:spcAft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2026-05-19T19:02:53Z</dcterms:created>
  <dcterms:modified xsi:type="dcterms:W3CDTF">2026-05-19T19:02:53Z</dcterms:modified>
</cp:coreProperties>
</file>